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Presenting Aetheris — a luxury hospitality platform where guest-facing AI executes real operations, staff dashboards update in real-time without polling, and every change on every entity is auto-audited with zero developer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 in the market. Legacy PMS requires months to implement. Modern SaaS improves UX but keeps the same architecture. Aetheris rethinks the stack: AI that acts, real-time by default, observability as architecture — not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 unidirectional dependency flow. Each layer only knows the one below it. EF Core lives only in DAL — swap persistence without touching business logic. Domain services in BLL are pure C# — unit testable without database. Infrastructure is fully codified in Bicep — zero console clicks, drift-free deployments.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desktops, pre-logged, each showing a different role's perspective. I'll swipe between them live — you'll see the same data flow across Guest → Admin → Front Desk → Operations in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isn't a chatbot — it's an agentic execution engine. One message fans out to three domain services via proposals the guest must confirm. No auto-execution. Every tool call is audited with correlation IDs. The LLM never sees booking IDs — only action parameters. This is function calling with guardrails, not retrieval-augmented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 isn't a feature — it's the default. Azure SignalR Service handles connection management, auto-scaling, reconnection. Six role-based groups. When ATLAS confirms, three departments receive alerts in under 500ms. No polling, no staleness. The kitchen tapping 'Preparing' broadcasts optimistically — instant feedback, server confirmation, then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 of observability you didn't see. Audit: every change on every entity captured at the ORM layer — JSONB diff, impossible to bypass. Idempotency: every mutation carries a key — duplicate retry replays exact response, zero double-charges. Image security: we read magic bytes from the blob itself, not extensions. Renamed .exe → .jpg gets caught and deleted. Three background workers keep storage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iceberg under the waterline. 47 migrations — schema as code. 93% BLL coverage with pure unit tests — no database. GitNexus validates architecture acyclicity on every build. Bicep codifies all Azure resources — private endpoints, managed identities, zero console clicks. Rate limiting at three tiers. OpenTelemetry metrics exported to Prometheus. This is production-grade, not a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desk starts their shift with Today's Movements — arrivals, departures, special requests. No printed reports. When the phone rings, global search resolves the guest instantly across email, name, phone, booking ID. One click preserves context to check-in, extend, cancel, or view folio. Built for the overwhelmed front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Aetheris proves luxury hospitality doesn't need legacy PMS compromise. Agentic AI that executes. Staff dashboards with true real-time consistency. Auditability as a cross-cutting architectural concern. Infrastructure as code, security by default, observability built-in. This is production-grade code — deployed on Azure, load-tested, pen-tested patterns. Architecture scales from boutique to enterprise brand. Three things to remember: Execution over suggestion. Real-time by default. Zero-touch observability.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for Q&amp;A. Not shown unless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for Q&amp;A. Memorize 1-2 per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" y="36576"/>
            <a:ext cx="9070848" cy="5070348"/>
          </a:xfrm>
          <a:prstGeom prst="rect">
            <a:avLst/>
          </a:prstGeom>
          <a:solidFill>
            <a:srgbClr val="FDFB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Agentic AI for Luxury Hospitality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Internship Capstone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[Your Name]  |  July 24,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Gap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560320" cy="384048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Legacy PMS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(Opera, Cloudbeds)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On-premise / manual deploy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FAQ bot / no AI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30-60s polling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Triggers/manual audit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Extension/MIME check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Payments only idempotency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Template/themeable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6392" y="960120"/>
            <a:ext cx="2560320" cy="384048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097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Modern SaaS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(Mews, SkyTouch)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SaaS only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73552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Basic chat assistant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73552" y="2560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WebSocket (limited)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73552" y="2971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Limited audit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73552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MIME 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73552" y="3794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Partial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73552" y="4206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Themeable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52744" y="960120"/>
            <a:ext cx="2560320" cy="3840480"/>
          </a:xfrm>
          <a:prstGeom prst="rect">
            <a:avLst>
              <a:gd name="adj" fmla="val 2857"/>
            </a:avLst>
          </a:prstGeom>
          <a:solidFill>
            <a:srgbClr val="FFF8E8"/>
          </a:solidFill>
          <a:ln w="25400">
            <a:solidFill>
              <a:srgbClr val="C8A8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1097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Aetheris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9904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IaC (Bicep), hybrid-ready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9904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Agentic AI with proposals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89904" y="2560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SignalR fan-out, sub-second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89904" y="2971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ORM-level CDC, zero-touch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89904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Magic-byte validation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89904" y="3794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Every mutation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89904" y="4206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design system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840480" cy="502920"/>
          </a:xfrm>
          <a:prstGeom prst="rect">
            <a:avLst>
              <a:gd name="adj" fmla="val 10909"/>
            </a:avLst>
          </a:prstGeom>
          <a:solidFill>
            <a:srgbClr val="FFF8E8"/>
          </a:solidFill>
          <a:ln w="19050">
            <a:solidFill>
              <a:srgbClr val="C8A8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9669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CLIENT (Angular 22)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Guest | FrontDesk | Admin | Ops (6)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40280" y="1481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84048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3677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API LAYER (ASP.NET Core 10)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85623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Controllers | SignalR Hub | Middleware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40280" y="21214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84048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7685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BLL (Domain Services + DTOs)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49631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Services | 5 Workers | AutoMapper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40280" y="27614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84048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1693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REPOSITORY (Generic + Specific)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313639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Repos | Pagination | Dynamic Order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40280" y="34015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384048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55701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DAL (EF Core + PostgreSQL)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377647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Entities | 47 Migrations | Enums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960120"/>
            <a:ext cx="4206240" cy="36576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051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Pattern: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1051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 N-tier + DDD — API → BLL → Repository → DAL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13898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Enforcement: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138988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Project-reference level — zero circular dependencies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17282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Validation: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7282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GitNexus structural analysis (acyclic)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20665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60720" y="206654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JWT (HMAC-SHA256) + BCrypt + SignalR token passthrough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24048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24048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RBAC roles → 16 protected controllers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Workers: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27432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BackgroundService orchestrators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081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Migrations: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60720" y="30815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47 EF Core — schema evolution as code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34198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341985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 NUnit+Moq (93% BLL) + xUnit E2E + Vitest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7581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375818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Bicep IaC — Azure Container Apps, PostgreSQL, Blob/Queue, SignalR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40965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Observability: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60720" y="40965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Serilog → Log Analytics, OpenTelemetry → Prometheus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Flow 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Public 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ATLAS 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Audit/PDF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58568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4E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33472" y="96012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33472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70632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KPIs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70632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Analytics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70632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Room Grid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33472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4E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46904" y="96012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46904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 DESK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4064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Movements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84064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Search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46904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85432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4E"/>
                </a:solidFill>
              </a:rPr>
              <a:t>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60336" y="96012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60336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97496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SignalR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97496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Menu Toggle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0336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0:00 ──── 0:30 ──── 1:30 ──────── 2:45 ──────── 3:20 ──────── 3:55 ──────── 5:00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     Guest          Admin           Front         Ops           Close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Differentiator 1: ATLAS Agentic AI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4114800" cy="384048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Guest: "burger, pillows, AC broken"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▼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┌───────┴───────┐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▼               ▼               ▼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┌───────────┐ ┌───────────┐ ┌───────────┐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│create_food│ │create_hs-│ │create_mai-│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│_order     │ │keeping_req│ │ntenance  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│(Side-eff) │ │(Side-eff) │ │(Side-eff)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└─────┬─────┘ └─────┬─────┘ └─────┬─────┘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│             │            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└──────┬──────┴──────┬──────┘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▼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┌─────────────────┐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3 PROPOSALS    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5-min TTL each 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Idempotency keys│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Require CONFIRM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└────────┬────────┘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▼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┌─────────────────┐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BLL Execution  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└────────┬────────┘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▼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┌─────────────────┐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SignalR Fan-out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&lt;500ms p99      │</a:t>
            </a:r>
            <a:endParaRPr lang="en-US" sz="68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└─────────────────┘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206240" cy="384048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51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OpenAI Tools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side-effect, 5 read-only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Guest-scoped tenancy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00600" y="1719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Booking context via ICurrentUserService, IDs never leave trust boundary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Proposal/Confirmation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176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Human-in-the-loop, 5-min TTL, auto-expiry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00600" y="2423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injection defense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2633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Regex sanitizer pre-LLM (ignore previous, system:, assistant:)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2880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Idempotency per turn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30906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X-Idempotency-Key replays cached response on duplicate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3337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correlation-ID audit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547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tool call, proposal, confirmation → ConciergeActionLog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00600" y="3794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Self-auditing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4005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log audits itself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4251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awareness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4462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Room, booking, folio hydrated server-side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Differentiator 2: Real-Time Operations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393192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┌─────────┐   ┌──────────┐   ┌─────────┐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ATLAS   │──▶│ Azure    │──▶│ Kitchen │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Confirm │   │ SignalR  │   │ Group   │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└─────────┘   │ Service  │   └─────────┘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│(Managed) │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└────┬─────┘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┌────────┼────────┐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▼        ▼        ▼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┌────────┐ ┌────────┐ ┌────────┐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House  │ │ Maint  │ │ Admin  │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│ keep   │ │ enance │ │ Dash   │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└────────┘ └────────┘ └────────┘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• No polling • Auto-reconnect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• Exponential backoff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• Sub-second eventual consistency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• 6 role-based groups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4048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Action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Kitchen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Housekeeping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Maintenance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ATLAS: "burger"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7D4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✅ Order #1047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ATLAS: "pillows"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7D4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✅ Task appears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ATLAS: "AC broken"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7D4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✅ Ticket appears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Kitchen taps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"Preparing"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7D4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✅ Optimistic UI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7D4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✅ Synced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7D4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✅ Synced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3017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&lt;500ms p99 end-to-end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0" y="33375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(confirm → broadcast → render)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Differentiator 3: Zero-Touch Observability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06040" cy="36576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0584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ORM-Level Audit (CDC)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109728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17320"/>
            <a:ext cx="2386584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SaveChangesAsync Override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Added → NewValues (JSONB)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Modified → Old + New (JSONB)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Deleted → OldValues (JSONB)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Enrichment: Actor + Timestamp + PK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Storage: PostgreSQL JSONB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Coverage: 18 entity types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Self-auditing • Zero attributes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606040" cy="36576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0584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End-to-End Idempotency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1298448"/>
            <a:ext cx="109728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417320"/>
            <a:ext cx="2386584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X-Idempotency-Key (UUID)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 EVERY mutation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Key exists? → Replay cached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New? → Execute → Store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Cleanup: 48h TTL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Race: PK conflict → cached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POST/PUT/PATCH globally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0" y="960120"/>
            <a:ext cx="2606040" cy="36576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00584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Magic-Byte Image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1298448"/>
            <a:ext cx="109728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5" name="Text 13"/>
          <p:cNvSpPr/>
          <p:nvPr/>
        </p:nvSpPr>
        <p:spPr>
          <a:xfrm>
            <a:off x="6053328" y="1417320"/>
            <a:ext cx="2386584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Upload → SAS URL (15-min)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Extension whitelist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Size limit (10MB)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Queue → ValidationWorker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 512B from blob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Validate magic bytes: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JPEG: FF D8 FF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PNG: 89 50 4E ...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WebP: 52 49 46 ...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Reject → Delete + Log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Depth (What You Didn't See)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0312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Platform Hardening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Security &amp; Auth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&amp; Quality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Infra &amp; Ops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47 EF Core migrations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BCrypt + JWT HMAC-SHA256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29 NUnit+Moq (93% BLL)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100% Bicep IaC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Schema evolution as code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SignalR token passthrough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xUnit WebApplicationFactory E2E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Azure Container Apps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Generic Repository pattern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RBAC roles → 16 controllers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Vitest frontend tests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Managed PostgreSQL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Dynamic ordering (expr trees)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Multi-tier rate limiting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GitNexus acyclic validation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Blob + Queue Storage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Pagination (standardized)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Global fixed-window (100/10s)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Serilog → Log Analytics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SignalR Service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Soft deletes (IsActive)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Image upload token bucket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OpenTelemetry → Prometheus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Private endpoints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Concurrency tokens (RowVersion)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ATLAS concierge token bucket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Health checks endpoint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Managed identities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JSONB audit storage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Prompt injection sanitizer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Zero circular dependencies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Zero-drift deployments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 Desk &amp; Operational Intelligence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393192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Today's Movements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1440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Room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Guest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Status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Requests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301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Smith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Arrive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Late CK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304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Jones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Depart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—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307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Chen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Arrive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Pillows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Pre-shift situational awareness • Zero surprise rushes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25196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024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Guest Search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0916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Search: "john" → Instant results across: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• Email • Name • Phone • Booking ID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Click → Context-preserving deep link: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Check-in | Extend | Cancel | Folio | History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0916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context switching • Single-interaction resolution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PMS: 5 clicks, 3 screens, printed reports. Aetheris: 1 search, 1 click, real-time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Strategic Differentiators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2743200"/>
          </a:xfrm>
          <a:prstGeom prst="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EXECUTION &gt; SUGGESTION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ATLAS commits transactions — not just conversations.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orders. Real tickets. Real revenue.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2743200"/>
          </a:xfrm>
          <a:prstGeom prst="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457200" cy="45720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BY DEFAULT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SignalR fan-out everywhere. No polling. No staleness.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Sub-second eventual consistency across 6 roles.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2743200"/>
          </a:xfrm>
          <a:prstGeom prst="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97280"/>
            <a:ext cx="457200" cy="45720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ZERO-TOUCH OBSERVABILITY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change audited. Every upload validated.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retry idempotent. Compliance without developer tax.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914400"/>
          </a:xfrm>
          <a:prstGeom prst="rect">
            <a:avLst>
              <a:gd name="adj" fmla="val 6000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Deployed: hotel-web-demo1.ambitiousmushroom-274454dc.centralindia.azurecontainerapps.io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Credentials provided. Open for technical deep-dive in Q&amp;A.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Market Comparison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Capability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Legacy PMS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Modern SaaS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Aetheris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Concierge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FAQ bot / none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Basic chat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Agentic execution with proposals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Real-Time Ops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Polling (30-60s)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WebSocket (some)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SignalR fan-out, sub-second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Audit Trail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Triggers / manual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Limited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ORM-level CDC, JSONB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Image Security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Extension check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MIME check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Magic-byte validation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Idempotency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Payments only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Partial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Every mutation globally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Deployment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On-prem / manual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SaaS only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IaC (Bicep), hybrid-ready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Design System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Template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Themeable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Custom tokens, glass-morphism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Architecture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Monolithic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Modular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Clean N-tier + DDD, validated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Testing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Manual / limited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Unit tests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93% BLL + E2E + Vitest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Observability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Logs only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Basic metrics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OpenTelemetry + Prometheus</a:t>
                      </a:r>
                      <a:endParaRPr lang="en-US" sz="7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Q&amp;A Hooks by Audience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033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307592"/>
            <a:ext cx="9144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17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ATLAS turns 'I want...' into committed revenue in 3 clicks — reduces booking abandonment.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033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307592"/>
            <a:ext cx="9144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417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trail = compliance-ready, zero dev tax. Staff dashboards = reduced cognitive load, lower burnout.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9748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033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0488" y="1307592"/>
            <a:ext cx="9144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488" y="1417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 N-tier. Domain services reusable. EF Core only in DAL. Swappable persistence. GitNexus-validated acyclic.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269748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24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Engineer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" y="2999232"/>
            <a:ext cx="9144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31089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Azure-native: Container Apps, Managed PostgreSQL, Blob+Queue, SignalR Service. Bicep IaC, managed identities, private endpoints.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69748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724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Director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2999232"/>
            <a:ext cx="9144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31089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 calling with proposal/confirmation. Guest-scoped tenancy. Pre-LLM sanitization. Full correlation-ID audit.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651760"/>
            <a:ext cx="269748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2724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0488" y="2999232"/>
            <a:ext cx="9144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27" name="Text 25"/>
          <p:cNvSpPr/>
          <p:nvPr/>
        </p:nvSpPr>
        <p:spPr>
          <a:xfrm>
            <a:off x="6190488" y="31089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Generic CRUD component powers 8 management pages. New entity = config, not code. Design system = consistent velocity.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Aetheris — Agentic AI for Luxury Hospitality</dc:title>
  <dc:subject>Capstone Presentation</dc:subject>
  <dc:creator>Aetheris</dc:creator>
  <cp:lastModifiedBy>Aetheris</cp:lastModifiedBy>
  <cp:revision>1</cp:revision>
  <dcterms:created xsi:type="dcterms:W3CDTF">2026-07-23T16:12:37Z</dcterms:created>
  <dcterms:modified xsi:type="dcterms:W3CDTF">2026-07-23T16:12:37Z</dcterms:modified>
</cp:coreProperties>
</file>